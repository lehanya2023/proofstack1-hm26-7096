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5943600" cy="5943600"/>
          </a:xfrm>
          <a:prstGeom prst="ellipse">
            <a:avLst/>
          </a:prstGeom>
          <a:solidFill>
            <a:srgbClr val="C7F36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B89CFF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HACKMYSURU 1.0  ·  PS2 · WORK OUT ON PAPER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-100" kern="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pPr indent="0" marL="0">
              <a:buNone/>
            </a:pPr>
            <a:r>
              <a:rPr lang="en-US" sz="6800" b="1" spc="-10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&gt; Words — Evidence-First Hiring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verified track record of real engineering work — replacing resume claims with build-tested, reviewed, and AI-defended proof of skill.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7863840" cy="1600200"/>
          </a:xfrm>
          <a:prstGeom prst="roundRect">
            <a:avLst>
              <a:gd name="adj" fmla="val 6857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ZENITH  ·  HM26-7096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Jeevan Naik (Lead)  ·  R V Lehanya  ·  Rana Biswas  ·  H S Amrutha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937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College(s): [Add college name(s)]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897880"/>
            <a:ext cx="4114800" cy="347472"/>
          </a:xfrm>
          <a:prstGeom prst="roundRect">
            <a:avLst>
              <a:gd name="adj" fmla="val 50000"/>
            </a:avLst>
          </a:prstGeom>
          <a:solidFill>
            <a:srgbClr val="151A22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897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SUB-PROBLEM: VERIFICATION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 github.com/LEHANYA2023/Proofstack1-HM26-7096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Runs on Claims, Not Proof.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Sub-problem: Verification — verified proof-of-skill for technical hiring.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68296"/>
            <a:ext cx="91440" cy="91440"/>
          </a:xfrm>
          <a:prstGeom prst="ellipse">
            <a:avLst/>
          </a:prstGeom>
          <a:solidFill>
            <a:srgbClr val="C7F3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212848"/>
            <a:ext cx="6419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resume is a claim, not evidence — there's no proof behind the bullet points.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45536"/>
            <a:ext cx="91440" cy="91440"/>
          </a:xfrm>
          <a:prstGeom prst="ellipse">
            <a:avLst/>
          </a:prstGeom>
          <a:solidFill>
            <a:srgbClr val="6BE7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990088"/>
            <a:ext cx="6419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filter blind, screening on pedigree signals instead of demonstrated work.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922776"/>
            <a:ext cx="91440" cy="91440"/>
          </a:xfrm>
          <a:prstGeom prst="ellipse">
            <a:avLst/>
          </a:prstGeom>
          <a:solidFill>
            <a:srgbClr val="C7F3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3767328"/>
            <a:ext cx="6419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Skilled-but-uncredentialed talent stays invisible to the hiring pipeline.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00016"/>
            <a:ext cx="91440" cy="91440"/>
          </a:xfrm>
          <a:prstGeom prst="ellipse">
            <a:avLst/>
          </a:prstGeom>
          <a:solidFill>
            <a:srgbClr val="6BE7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4544568"/>
            <a:ext cx="6419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tell real, original work apart from copied or mocked work.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228600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80960" y="26517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40690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technical hires fail to match their self-reported skill level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One Connected Platform.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C7F3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/ Student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and submits real projects. Proves skill through evidence — not resume claims — even with zero prior projects on record.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40280"/>
            <a:ext cx="685800" cy="685800"/>
          </a:xfrm>
          <a:prstGeom prst="ellipse">
            <a:avLst/>
          </a:prstGeom>
          <a:solidFill>
            <a:srgbClr val="FFB8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fast and needs an explainable shortlist backed by verified signals, not self-reported skills.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240280"/>
            <a:ext cx="685800" cy="685800"/>
          </a:xfrm>
          <a:prstGeom prst="ellipse">
            <a:avLst/>
          </a:prstGeom>
          <a:solidFill>
            <a:srgbClr val="6BE7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Bulk-onboards and vouches for its own students under an authorized organization account.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BuildProof: One Connected Loop.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data model carries every user type end to end — no disconnected dashboards.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2308" y="2926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0141B"/>
          </a:solidFill>
          <a:ln w="12700">
            <a:solidFill>
              <a:srgbClr val="C7F36B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9468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374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86788" y="292608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06828" y="2926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0141B"/>
          </a:solidFill>
          <a:ln w="12700">
            <a:solidFill>
              <a:srgbClr val="6BE7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43988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9826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61308" y="292608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81348" y="2926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0141B"/>
          </a:solidFill>
          <a:ln w="12700">
            <a:solidFill>
              <a:srgbClr val="B89C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18508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7278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935828" y="292608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55868" y="2926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0141B"/>
          </a:solidFill>
          <a:ln w="12700">
            <a:solidFill>
              <a:srgbClr val="FFB86B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93028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4730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10348" y="292608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30388" y="2926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0141B"/>
          </a:solidFill>
          <a:ln w="12700">
            <a:solidFill>
              <a:srgbClr val="FF86B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67548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182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84868" y="292608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004908" y="2926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0141B"/>
          </a:solidFill>
          <a:ln w="12700">
            <a:solidFill>
              <a:srgbClr val="C7F36B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142068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096348" y="3429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737360" y="4983480"/>
            <a:ext cx="8686800" cy="914400"/>
          </a:xfrm>
          <a:prstGeom prst="roundRect">
            <a:avLst>
              <a:gd name="adj" fmla="val 12000"/>
            </a:avLst>
          </a:prstGeom>
          <a:solidFill>
            <a:srgbClr val="151A22"/>
          </a:solidFill>
          <a:ln w="12700">
            <a:solidFill>
              <a:srgbClr val="252C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11680" y="5120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→ Document → Review → Rank → Discover → Hire — evidence flows through the same pipeline recruiters search, so there's nothing to reconcile between “what the student did” and “what the recruiter sees.”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0888" y="173736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10141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0888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Browser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46808" y="2423160"/>
            <a:ext cx="0" cy="45720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49928" y="173736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10141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9928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Browser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2423160"/>
            <a:ext cx="0" cy="45720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98968" y="173736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10141B"/>
          </a:solidFill>
          <a:ln w="12700">
            <a:solidFill>
              <a:srgbClr val="6BE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98968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Browser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44888" y="2423160"/>
            <a:ext cx="0" cy="45720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2728" y="288036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151A22"/>
          </a:solidFill>
          <a:ln w="12700">
            <a:solidFill>
              <a:srgbClr val="C7F36B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992728" y="2880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5848" y="3657600"/>
            <a:ext cx="0" cy="32004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2468" y="3977640"/>
            <a:ext cx="8366760" cy="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2468" y="3977640"/>
            <a:ext cx="0" cy="32004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168" y="429768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10141B"/>
          </a:solidFill>
          <a:ln w="12700">
            <a:solidFill>
              <a:srgbClr val="6B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4896" y="442569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Postgres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64896" y="4846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1388" y="3977640"/>
            <a:ext cx="0" cy="32004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44088" y="429768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10141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53816" y="442569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Anti-Gaming Service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553816" y="4846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check · mock detection · collusion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90308" y="3977640"/>
            <a:ext cx="0" cy="32004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429768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10141B"/>
          </a:solidFill>
          <a:ln w="12700">
            <a:solidFill>
              <a:srgbClr val="B89C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42736" y="442569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Analyzer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42736" y="4846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 3.5 Lightning via OpenRouter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279228" y="3977640"/>
            <a:ext cx="0" cy="320040"/>
          </a:xfrm>
          <a:prstGeom prst="line">
            <a:avLst/>
          </a:prstGeom>
          <a:noFill/>
          <a:ln w="19050">
            <a:solidFill>
              <a:srgbClr val="252C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21928" y="429768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10141B"/>
          </a:solidFill>
          <a:ln w="12700">
            <a:solidFill>
              <a:srgbClr val="FF86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31656" y="442569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 Interview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131656" y="48463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question bank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Frontend: HTML/CSS/JS  ·  Backend: Python Flask  ·  Build execution: simulated runner (MVP) → Docker/gVisor (prod)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HARD CONSTRAINTS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Hard Constraints.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389120"/>
        </p:xfrm>
        <a:graphic>
          <a:graphicData uri="http://schemas.openxmlformats.org/drawingml/2006/table">
            <a:tbl>
              <a:tblPr/>
              <a:tblGrid>
                <a:gridCol w="2103120"/>
                <a:gridCol w="7772400"/>
                <a:gridCol w="11887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approach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Types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end-to-end roles: Student, Recruiter, Institution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9E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Entities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entities, one data model — Ranking is derived, not stored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9E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Ranking Logic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Score = Base × Difficulty × Recency × Breadth, fully explainable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9E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 Gaming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mechanisms: build check, mock detection, collusion resistance, cold-start, integrity events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9E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Mode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supported — platform assumes connectivity end-to-end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KEY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Pre-Screens. Humans Decide.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a live AI interview feeds a mandatory human-reviewed verdict. Rejected alternative: a fully-automated AI pass/fail.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3429000"/>
        </p:xfrm>
        <a:graphic>
          <a:graphicData uri="http://schemas.openxmlformats.org/drawingml/2006/table">
            <a:tbl>
              <a:tblPr/>
              <a:tblGrid>
                <a:gridCol w="2743200"/>
                <a:gridCol w="4434840"/>
                <a:gridCol w="3886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approach — AI + human review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 — fully-automated verdict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human expert makes the final 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verdict alone, no appeal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Recruiter trust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Explainable, defensible decisions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Black-box risk on hiring calls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 — needs reviewer bandwidth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effort (hackathon)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 reviewer workflow to ship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Simpler to build in 72h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151A22"/>
          </a:solidFill>
          <a:ln w="12700">
            <a:solidFill>
              <a:srgbClr val="252C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accepted: we trade instant, fully-automated verdicts for slower turnaround and reviewer bandwidth — in exchange for accountability recruiters can trust.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PROOF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Flows, Traced End to End.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actually does with a submission — the good case, the caught case, and the honest gap.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0141B"/>
          </a:solidFill>
          <a:ln w="12700">
            <a:solidFill>
              <a:srgbClr val="C7F36B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75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flow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C7F3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258775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submits a 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96696" y="2999232"/>
            <a:ext cx="0" cy="521208"/>
          </a:xfrm>
          <a:prstGeom prst="line">
            <a:avLst/>
          </a:prstGeom>
          <a:noFill/>
          <a:ln w="15875">
            <a:solidFill>
              <a:srgbClr val="252C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2044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C7F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345643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6696" y="3867912"/>
            <a:ext cx="0" cy="521208"/>
          </a:xfrm>
          <a:prstGeom prst="line">
            <a:avLst/>
          </a:prstGeom>
          <a:noFill/>
          <a:ln w="15875">
            <a:solidFill>
              <a:srgbClr val="252C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8912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C7F3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35024" y="432511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score updates live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834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Proves: a clean submission flows straight through to ranking.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18745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0141B"/>
          </a:solidFill>
          <a:ln w="12700">
            <a:solidFill>
              <a:srgbClr val="FFB86B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63440" y="2075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input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FFB8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258775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submits a solution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37176" y="2999232"/>
            <a:ext cx="0" cy="521208"/>
          </a:xfrm>
          <a:prstGeom prst="line">
            <a:avLst/>
          </a:prstGeom>
          <a:noFill/>
          <a:ln w="15875">
            <a:solidFill>
              <a:srgbClr val="252C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52044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FFB8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75504" y="345643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GitHub-mocking check fails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37176" y="3867912"/>
            <a:ext cx="0" cy="521208"/>
          </a:xfrm>
          <a:prstGeom prst="line">
            <a:avLst/>
          </a:prstGeom>
          <a:noFill/>
          <a:ln w="15875">
            <a:solidFill>
              <a:srgbClr val="252C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38912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FFB8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75504" y="432511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to human review — never auto-rejected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49834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Proves: gaming attempts are caught, but a human still decides.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18745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0141B"/>
          </a:solidFill>
          <a:ln w="12700">
            <a:solidFill>
              <a:srgbClr val="8C96A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503920" y="2075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state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503920" y="265176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8C96A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03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015984" y="258775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opens app with no connectivity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77656" y="2999232"/>
            <a:ext cx="0" cy="521208"/>
          </a:xfrm>
          <a:prstGeom prst="line">
            <a:avLst/>
          </a:prstGeom>
          <a:noFill/>
          <a:ln w="15875">
            <a:solidFill>
              <a:srgbClr val="252C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352044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8C96A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0392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015984" y="345643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offline queue yet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77656" y="3867912"/>
            <a:ext cx="0" cy="521208"/>
          </a:xfrm>
          <a:prstGeom prst="line">
            <a:avLst/>
          </a:prstGeom>
          <a:noFill/>
          <a:ln w="15875">
            <a:solidFill>
              <a:srgbClr val="252C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4389120"/>
            <a:ext cx="347472" cy="347472"/>
          </a:xfrm>
          <a:prstGeom prst="ellipse">
            <a:avLst/>
          </a:prstGeom>
          <a:solidFill>
            <a:srgbClr val="151A22"/>
          </a:solidFill>
          <a:ln w="19050">
            <a:solidFill>
              <a:srgbClr val="8C96A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0392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015984" y="4325112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blocked — on the roadmap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503920" y="49834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Proves: a disclosed gap, not a hidden one (see Limits &amp; Scale).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LIMITS &amp; SCALE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at City Scale.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651760"/>
        </p:xfrm>
        <a:graphic>
          <a:graphicData uri="http://schemas.openxmlformats.org/drawingml/2006/table">
            <a:tbl>
              <a:tblPr/>
              <a:tblGrid>
                <a:gridCol w="3017520"/>
                <a:gridCol w="4206240"/>
                <a:gridCol w="38404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breaks first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F3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Simulated build runner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real concurrent 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Isolated Docker / gVisor execution + job queue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 bandwidth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Doesn't scale linearly with submission volume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ML-assisted reviewer calibration and weighting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/ near-duplicate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GitHub heuristics get harder to police at scale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dedup + similarity 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gaps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212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offline submission mode  ·  GitHub-mocking detection is heuristic only (repo age vs. commit count)  ·  No webcam gaze-tracking or keystroke-identity biometrics — a deliberate scope decision, not an oversight (see docs/limitations.md).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754880"/>
            <a:ext cx="5029200" cy="5029200"/>
          </a:xfrm>
          <a:prstGeom prst="ellipse">
            <a:avLst/>
          </a:prstGeom>
          <a:solidFill>
            <a:srgbClr val="C7F36B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WHAT'S NEXT &amp; DISCLOSURE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C7F3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one institution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900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one college's cohort end-to-end to stress-test the vouching flow.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C7F3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build runner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9900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simulated flag with isolated Docker / gVisor execution.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0141B"/>
          </a:solidFill>
          <a:ln w="12700">
            <a:solidFill>
              <a:srgbClr val="252C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C7F3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marketplace expansion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9900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verified-talent search to more hiring partners beyond the pilot.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51A22"/>
          </a:solidFill>
          <a:ln w="12700">
            <a:solidFill>
              <a:srgbClr val="252C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3977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disclosure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2519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 was used for development scaffolding. In-product AI: NVIDIA Nemotron 3.5 Lightning via OpenRouter powers the live AI interview and candidate analyzer, with a deterministic offline fallback. Full detail in ai.md.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MVP:  [Add URL after deployment]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  github.com/LEHANYA2023/Proofstack1-HM26-7096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pPr indent="0" marL="0">
              <a:buNone/>
            </a:pPr>
            <a:r>
              <a:rPr lang="en-US" sz="20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pPr indent="0" marL="0">
              <a:buNone/>
            </a:pPr>
            <a:r>
              <a:rPr lang="en-US" sz="2000" b="1" dirty="0">
                <a:solidFill>
                  <a:srgbClr val="8C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Work &gt; Words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PROOFSTACK  ·  TEAM ZENITH  ·  HM26-7096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2026-09-26T19:42:03Z</dcterms:created>
  <dcterms:modified xsi:type="dcterms:W3CDTF">2026-09-26T19:42:03Z</dcterms:modified>
</cp:coreProperties>
</file>